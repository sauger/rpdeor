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  <a:latin typeface="Microsoft YaHei"/>
                <a:ea typeface="Microsoft YaHei"/>
              </a:rPr>
              <a:t>Rapid EOR 平台页面走查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</a:rPr>
              <a:t>staging 环境 · 34 个页面 · 2026-10-08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YaHei"/>
                <a:ea typeface="Microsoft YaHei"/>
              </a:rPr>
              <a:t>走查地图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总览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01 Home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组织管理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02 组织列表 · 03 雇佣实体 · 04 员工名册 · 05 费用报销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薪资与账单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06 薪资批次 · 07 客户发票 · 08 未开票薪资 · 09 合作伙伴账单 · 10 合作伙伴未计费薪资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服务商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11 服务商目录 · 12 报价请求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设置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13 设置菜单 · 14 团队成员 · 15 2FA · 16 外汇加价 · 17 休假政策 · 18 文档模板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通知与个人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19 通知中心 · 20 个人菜单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详情页  </a:t>
            </a: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</a:rPr>
              <a:t>21 组织详情 · 22 组织员工 · 23 组织实体 · 24 组织报价请求 · 25 报价请求详情 · 26 薪资批次详情 · 27 雇佣条款(上/下) · 28 个人信息 · 29 银行信息 · 30 工时 · 31 休假 · 32 费用 · 33 服务商详情 · 34 发票详情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01 · Home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工作台首页：今日待办、快捷操作、雇佣实体与近期员工概览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02 · Organizations 组织列表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展示全部客户组织及其状态、创建信息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03 · Organizations › Entities 雇佣实体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汇总各组织的法律雇佣实体及所在国家/状态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04 · Organizations › Employees 员工名册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全局员工列表：姓名、组织、国家、职位与状态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05 · Organizations › Expenses 费用报销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各组织的费用报销记录（当前无记录）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06 · Payroll › Payrolls 薪资批次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月度薪资发放批次列表：周期、状态与金额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07 · Payroll › Client billing › Invoices 客户发票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向客户开具的发票列表及金额、状态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08 · Payroll › Client billing › Unbilled payrolls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已发放但尚未向客户开票的薪资批次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09 · Payroll › Partner billing › Invoices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向服务商/合作伙伴开具的账单发票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10 · Payroll › Partner billing › Unbilled payrolls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合作伙伴侧未计费薪资（当前无记录）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11 · EOR Service Providers › Partners 服务商目录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EOR 服务商列表：覆盖国家与评分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12 · EOR Service Providers › Requests 报价请求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发起的服务商报价请求列表（当前 4 条：香港 2、英国 1、阿尔巴尼亚 1）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13 · Settings 设置菜单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导航栏设置菜单展开态：2FA、FX Markup、Policies、文档模板、团队成员入口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14 · Settings › Team members 团队成员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平台内部团队成员列表及角色状态（共 11 人）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15 · Settings › Enable 2FA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两步验证启用确认对话框（仅查看，已取消，未启用）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16 · Settings › FX Markup 外汇加价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白标平台外汇换算加价比例配置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17 · Settings › Policies 休假政策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各类休假政策配置列表</a:t>
            </a:r>
          </a:p>
        </p:txBody>
      </p:sp>
      <p:pic>
        <p:nvPicPr>
          <p:cNvPr id="4" name="Picture 3" descr="look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18 · Settings › Document Templates 文档模板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雇佣相关文档模板列表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19 · Notifications 通知中心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点击通知铃铛打开的通知面板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20 · Profile Actions 个人菜单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点击头像打开的个人菜单（Signed in as Chen）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21 · 组织详情 Client Sandbox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单个组织的概览、实体、员工与报价请求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22 · 组织详情 ›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该组织下员工列表（当前 0 人）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23 · 组织详情 ›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该组织下雇佣实体：香港 RAPID（Pending）、上海迅傲（Approved）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5" y="1325880"/>
            <a:ext cx="97536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24 · 组织详情 › Quote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该组织下报价请求（1 条：Engineering Project Manager，香港，Pending）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25 · 报价请求详情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香港 Engineering Project Manager 报价请求：员工信息与职位详情（只读）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26 · 薪资批次详情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2026-10 月度批次（1 人）：雇佣成本、应发、实发及明细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1" y="1325880"/>
            <a:ext cx="975828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27 · 员工档案 › Employment details（上）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员工的岗位、合同、薪资与休假等雇佣条款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28 · 员工档案 › Employment details（下）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雇佣条款页下半部分</a:t>
            </a:r>
          </a:p>
        </p:txBody>
      </p:sp>
      <p:pic>
        <p:nvPicPr>
          <p:cNvPr id="4" name="Picture 3" descr="look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29 · 员工档案 › Personal profile 个人信息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员工个人信息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30 · 员工档案 › Bank details 银行信息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注：本次走查中该页加载失败（Bank details cannot be loaded right now）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31 · 员工档案 › Work hours 工时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员工月度工时记录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32 · 员工档案 › Time off 休假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员工各类休假余额与休假记录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33 · 员工档案 › Expenses 费用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该员工的费用记录（无记录）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34 · 服务商详情 AL EOR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服务商基本信息与商务条款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  <a:ea typeface="Microsoft YaHei"/>
              </a:rPr>
              <a:t>35 · 发票详情 Deposit for contract de6632a4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</a:rPr>
              <a:t>发票账单详情、存款明细与付款方式（Paid）</a:t>
            </a:r>
          </a:p>
        </p:txBody>
      </p:sp>
      <p:pic>
        <p:nvPicPr>
          <p:cNvPr id="4" name="Picture 3" descr="look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6" y="1325880"/>
            <a:ext cx="595991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